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QR + URL — replace assets/qr-placeholder.png and the two URL text boxes above with your real deployed Start-Here link before the event. See DEPLOYMENT.md.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#2)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#3)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#4)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#5)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#6)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after closing this round's submissions, switch to the live big-screen display (/display) for Group Results → Reveal → Leaderboard, then return here (or straight to Whisky #Final Results) to open the next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 CUE — switch to /display now that Whisky #6 has been revealed. It shows the podium plus event highlights (highest/lowest rated, most/least identified, total perfect guesses).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THOMSON BROS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MYSTERY MALT SERIES NO.5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WHISKY TASTING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800" dirty="0"/>
          </a:p>
        </p:txBody>
      </p:sp>
      <p:pic>
        <p:nvPicPr>
          <p:cNvPr id="6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880360"/>
            <a:ext cx="22860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tasting dashboard once and keep it open throughout the evening.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WHISKY MAFIA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Tonight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once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QR code or visit the Start Here link and enter your name.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Taste in order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mystery malts, one at a time — nose, palate, finish, overall.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 &amp; submit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distillery and age for each dram, then submit on your phone.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828800"/>
            <a:ext cx="640080" cy="640080"/>
          </a:xfrm>
          <a:prstGeom prst="ellipse">
            <a:avLst/>
          </a:prstGeom>
          <a:solidFill>
            <a:srgbClr val="C98A3A"/>
          </a:solidFill>
          <a:ln w="12700">
            <a:solidFill>
              <a:srgbClr val="D4B0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0E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unfold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5256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reveals and the leaderboard appear here on the big screen.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leaderboard on your phone during the tasting — the suspense stays on the big screen.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#1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#2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#3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#4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#5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WHISKY #6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Taste. Rate. Guess. Submit.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2286000"/>
            <a:ext cx="6858000" cy="1005840"/>
          </a:xfrm>
          <a:prstGeom prst="roundRect">
            <a:avLst>
              <a:gd name="adj" fmla="val 10909"/>
            </a:avLst>
          </a:prstGeom>
          <a:solidFill>
            <a:srgbClr val="1F1712"/>
          </a:solidFill>
          <a:ln w="12700">
            <a:solidFill>
              <a:srgbClr val="3A2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39572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joined?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34640" y="2724912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tasting dashboard already open on your phone.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late?</a:t>
            </a:r>
            <a:endParaRPr lang="en-US" sz="1300" dirty="0"/>
          </a:p>
        </p:txBody>
      </p:sp>
      <p:pic>
        <p:nvPicPr>
          <p:cNvPr id="9" name="Image 0" descr="/root/mystery-malt/assets/qr-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3886200"/>
            <a:ext cx="1645920" cy="1645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JOIN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Visit: mysterymalt.example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E8A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MYSTERY MALT SERIES NO.5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E6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🥇  🥈  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B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Winner, runner-up and third place appear live on the big-screen display.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0E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SLÀINTE MHATH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tasting with us.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A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Whisky Mafia  ·  Thomson Bros Mystery Malt Series No.5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2026-08-13T12:40:21Z</dcterms:created>
  <dcterms:modified xsi:type="dcterms:W3CDTF">2026-08-13T12:40:21Z</dcterms:modified>
</cp:coreProperties>
</file>